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재고조회(품목별) 메인 화면 [IVPD01]</a:t>
            </a:r>
            <a:endParaRPr lang="en-US" sz="1600" dirty="0"/>
          </a:p>
        </p:txBody>
      </p:sp>
      <p:pic>
        <p:nvPicPr>
          <p:cNvPr id="4" name="Image 0" descr="/mnt/c/zinide/반다이남코/화면/ivpd01_capture/labeled/01-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57200"/>
            <a:ext cx="9141714" cy="6400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1714" y="457200"/>
            <a:ext cx="3047238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51442" y="594360"/>
            <a:ext cx="2827782" cy="612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1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① 검색 조건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사업장·물류센터 드롭다운으로 조회 범위 설정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품목번호·품목명은 팝업으로 선택하거나 직접 입력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대분류 선택 시 중분류 활성화, 중분류 선택 시 소분류 활성화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임박기준일(기본: 오늘) — 임박기준 초과 체크 시 기준일을 넘긴 재고만 조회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소비기한 초과기준일(기본: 오늘) — 소비기한 초과 체크 시 유통기한 경과 재고만 조회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C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체크 동시 활성 시 소비기한기준일이 임박기준일보다 커야 검색 가능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1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② 탭 선택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품목별(기본) / 소비기한별 / 상세 — 탭 전환 시 해당 탭 조회 자동 실행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초기화 버튼은 현재 활성 탭의 그리드만 초기화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464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③ 재고 그리드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검색 버튼 클릭 전 빈 상태로 표시
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품목별 탭 — 재고 조회 결과</a:t>
            </a:r>
            <a:endParaRPr lang="en-US" sz="1600" dirty="0"/>
          </a:p>
        </p:txBody>
      </p:sp>
      <p:pic>
        <p:nvPicPr>
          <p:cNvPr id="4" name="Image 0" descr="/mnt/c/zinide/반다이남코/화면/ivpd01_capture/labeled/02-search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57200"/>
            <a:ext cx="9141714" cy="6400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1714" y="457200"/>
            <a:ext cx="3047238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51442" y="594360"/>
            <a:ext cx="2827782" cy="612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1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① 검색 조건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조건 없이 검색하면 사업장·물류센터 전체 품목 조회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품목번호·품목명 팝업으로 선택 시 해당 품목만 정확히 조회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1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② 탭 - 품목별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품목별로 창고 그룹별 재고수량 합계를 한눈에 확인하는 기본 탭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1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③ 재고 그리드 - 품목별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사업장 / 품목번호 / 품목명 / 단위 / 대분류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재고수량: 합계 / 입고그룹 / 반품그룹 / 제품그룹 / 출고그룹 / 예외그룹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입수량 / BOX수량 / 낱개수량 / 묶음수량 / 총수량(강조 표시)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가용재고 / 예약재고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재고수량 셀 클릭 시(수량 0 제외) 창고별 재고 상세 팝업 오픈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소비기한 초과 품목은 행 전체 오류 색상으로 강조 표시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하단에 항목별 합계 행 표시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좌측: 임박재고 메일발송 버튼 / 우측: 엑셀다운로드
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소비기한별 탭 — 소비기한 단위 재고 조회</a:t>
            </a:r>
            <a:endParaRPr lang="en-US" sz="1600" dirty="0"/>
          </a:p>
        </p:txBody>
      </p:sp>
      <p:pic>
        <p:nvPicPr>
          <p:cNvPr id="4" name="Image 0" descr="/mnt/c/zinide/반다이남코/화면/ivpd01_capture/labeled/03-eff-t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57200"/>
            <a:ext cx="9141714" cy="6400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1714" y="457200"/>
            <a:ext cx="3047238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51442" y="594360"/>
            <a:ext cx="2827782" cy="612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1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① 검색 조건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임박기준일 + 임박기준 초과 체크로 임박 재고만 필터링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소비기한 초과기준일 + 소비기한 초과 체크로 유통기한 경과 재고 필터링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8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② 탭 - 소비기한별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소비기한 단위로 재고를 분리하여 임박·초과 현황 파악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8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③ 재고 그리드 - 소비기한별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품목번호 / 품목명 / 단위 / 대분류 / 소비기한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재고수량: 합계 / 입고그룹 / 반품그룹 / 제품그룹 / 출고그룹 / 예외그룹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입수량 / BOX수량 / 낱개수량 / 묶음수량 / 총수량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임박기준일수 / 임박일(임박기준일까지 남은 일수)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잔여일(소비기한까지 남은 일수) / 유효기준일수 / 사업장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소비기한 초과 품목은 행 전체 오류 색상으로 강조 표시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하단에 항목별 합계 행 표시 / 우측: 엑셀다운로드
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상세 탭 — 로케이션·소비기한 단위 재고</a:t>
            </a:r>
            <a:endParaRPr lang="en-US" sz="1600" dirty="0"/>
          </a:p>
        </p:txBody>
      </p:sp>
      <p:pic>
        <p:nvPicPr>
          <p:cNvPr id="4" name="Image 0" descr="/mnt/c/zinide/반다이남코/화면/ivpd01_capture/labeled/04-detail-t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57200"/>
            <a:ext cx="9141714" cy="6400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1714" y="457200"/>
            <a:ext cx="3047238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51442" y="594360"/>
            <a:ext cx="2827782" cy="612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1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① 검색 조건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품목별 탭과 동일한 검색 조건 사용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64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② 탭 - 상세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품목·창고·로케이션·소비기한 단위로 재고 상세 내역 조회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64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③ 재고 그리드 - 상세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사업장 / 센터 / 품목번호 / 품목명 / 고정로케이션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단위 / 대분류 / 재고상태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재고수량 / 입수량 / BOX수량 / 낱개수량 / 묶음수량 / 총수량(강조)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창고 / 위치(로케이션) / 소비기한 / 임박일 / SKU번호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행 체크박스 선택 후 라벨출력 버튼 클릭으로 라벨 인쇄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체크 없이 라벨출력 클릭 시 선택 항목 없음 경고 표시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소비기한 초과 품목은 행 전체 오류 색상으로 강조 표시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우측: 엑셀다운로드
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재고 관련 팝업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57200"/>
            <a:ext cx="9141714" cy="6400800"/>
          </a:xfrm>
          <a:prstGeom prst="rect">
            <a:avLst/>
          </a:prstGeom>
          <a:solidFill>
            <a:srgbClr val="EEF2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343" y="2057400"/>
            <a:ext cx="5485028" cy="20574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343" y="2057400"/>
            <a:ext cx="548502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재고조회(품목별)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IVPD01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1714" y="457200"/>
            <a:ext cx="3047238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51442" y="594360"/>
            <a:ext cx="2827782" cy="612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재고 상세 팝업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품목별 탭에서 재고수량 셀(합계·창고그룹)을 클릭하면 오픈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수량이 0인 셀은 클릭해도 팝업이 열리지 않음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합계 셀 클릭 시 전체 창고의 재고 상세 조회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입고/반품/제품/출고/예외 그룹 셀 클릭 시 해당 그룹만 조회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예약재고 수불조회 팝업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출고 대기 상태의 예약재고 상세 내역 조회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가용재고 조회 팝업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가용 가능한 재고의 상세 내역 조회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제조일·유통기한·로트 관리 품목 중 미지정 항목은 "미지정"으로 표시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C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세 팝업 모두 조회 전용, 데이터 변경 불가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임박재고 메일발송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품목별 탭 좌측 메일발송 버튼 클릭 시 배치 실행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메일 수신 담당자에게 임박재고 현황 엑셀 파일 첨부 발송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첨부 파일명: 임박재고현황_YYYY-MM-DD.xlsx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공통 동작 및 활용 안내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57200"/>
            <a:ext cx="9141714" cy="6400800"/>
          </a:xfrm>
          <a:prstGeom prst="rect">
            <a:avLst/>
          </a:prstGeom>
          <a:solidFill>
            <a:srgbClr val="EEF2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343" y="2057400"/>
            <a:ext cx="5485028" cy="20574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343" y="2057400"/>
            <a:ext cx="548502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재고조회(품목별)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IVPD01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1714" y="457200"/>
            <a:ext cx="3047238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51442" y="594360"/>
            <a:ext cx="2827782" cy="612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수량 자동 계산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BOX수량·낱개수량·총수량은 재고수량과 입수량 기반으로 자동 계산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품목별·소비기한별·상세 세 탭 모두 동일한 방식 적용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사업장·센터 연동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사업장 변경 시 물류센터 목록 자동 갱신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메뉴 재진입 시 사업장·센터가 변경된 경우 검색 조건 자동 초기화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임박·소비기한 재고 모니터링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소비기한별 탭 선택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임박기준일 입력 후 임박기준 초과 체크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조회 후 오류 색상 행(소비기한 초과)으로 위험 재고 즉시 파악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메일발송으로 담당자에게 임박재고 현황 알림
</a:t>
            </a:r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엑셀 내보내기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각 탭의 엑셀다운로드 버튼으로 그리드 데이터 그대로 저장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파일명에 탭 구분명과 조회 날짜 자동 포함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C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조회 전용 화면 — 재고 직접 변경 불가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C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재고 수정은 재고조정(IVAD01) 메뉴에서 처리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2026-05-06T03:01:08Z</dcterms:created>
  <dcterms:modified xsi:type="dcterms:W3CDTF">2026-05-06T03:01:08Z</dcterms:modified>
</cp:coreProperties>
</file>