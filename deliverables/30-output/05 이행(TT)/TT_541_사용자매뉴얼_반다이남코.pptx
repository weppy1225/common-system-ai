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사용자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D6E0F0"/>
                </a:solidFill>
                <a:latin typeface="맑은 고딕"/>
              </a:rPr>
              <a:t>반다이남코 WMS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66476"/>
                </a:solidFill>
                <a:latin typeface="맑은 고딕"/>
              </a:rPr>
              <a:t>작성일: 2026-05-11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목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1672" cy="566928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01. 차량  [MDCR01]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 w="6350"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solidFill>
            <a:srgbClr val="2D4B73"/>
          </a:solidFill>
          <a:ln w="635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차량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D6E0F0"/>
                </a:solidFill>
                <a:latin typeface="맑은 고딕"/>
              </a:rPr>
              <a:t>[MDCR01]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차량 - 메인 화면  [MDCR01]</a:t>
            </a:r>
          </a:p>
        </p:txBody>
      </p:sp>
      <p:pic>
        <p:nvPicPr>
          <p:cNvPr id="4" name="Picture 3" descr="01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06500" y="1092200"/>
            <a:ext cx="7937500" cy="813692"/>
          </a:xfrm>
          <a:prstGeom prst="rect">
            <a:avLst/>
          </a:prstGeom>
          <a:noFill/>
          <a:ln w="25400">
            <a:solidFill>
              <a:srgbClr val="DC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110488" y="996188"/>
            <a:ext cx="384048" cy="384048"/>
          </a:xfrm>
          <a:prstGeom prst="ellipse">
            <a:avLst/>
          </a:prstGeom>
          <a:solidFill>
            <a:srgbClr val="DC1E1E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0000" y="1950342"/>
            <a:ext cx="7810499" cy="4507607"/>
          </a:xfrm>
          <a:prstGeom prst="rect">
            <a:avLst/>
          </a:prstGeom>
          <a:noFill/>
          <a:ln w="254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Oval 7"/>
          <p:cNvSpPr/>
          <p:nvPr/>
        </p:nvSpPr>
        <p:spPr>
          <a:xfrm>
            <a:off x="1173988" y="1854330"/>
            <a:ext cx="384048" cy="384048"/>
          </a:xfrm>
          <a:prstGeom prst="ellipse">
            <a:avLst/>
          </a:prstGeom>
          <a:solidFill>
            <a:srgbClr val="6E6E6E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53728" y="594360"/>
            <a:ext cx="113262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1E1E"/>
                </a:solidFill>
                <a:latin typeface="맑은 고딕"/>
              </a:rPr>
              <a:t>■ 1. 검색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905256"/>
            <a:ext cx="249827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화면 상단 조건을 입력 후 [검색]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243584"/>
            <a:ext cx="129455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맑은 고딕"/>
              </a:rPr>
              <a:t>■ 2. 결과 그리드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554480"/>
            <a:ext cx="239201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검색 실행 전 빈 상태로 표시됩니다.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차량 - 검색 결과  [MDCR01]</a:t>
            </a:r>
          </a:p>
        </p:txBody>
      </p:sp>
      <p:pic>
        <p:nvPicPr>
          <p:cNvPr id="4" name="Picture 3" descr="02-search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70000" y="1950342"/>
            <a:ext cx="7810499" cy="4507607"/>
          </a:xfrm>
          <a:prstGeom prst="rect">
            <a:avLst/>
          </a:prstGeom>
          <a:noFill/>
          <a:ln w="25400">
            <a:solidFill>
              <a:srgbClr val="1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173988" y="1854330"/>
            <a:ext cx="384048" cy="384048"/>
          </a:xfrm>
          <a:prstGeom prst="ellipse">
            <a:avLst/>
          </a:prstGeom>
          <a:solidFill>
            <a:srgbClr val="148C3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675405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8C3C"/>
                </a:solidFill>
                <a:latin typeface="맑은 고딕"/>
              </a:rPr>
              <a:t>■ 1. 검색 결과 그리드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입력한 조건에 해당하는 데이터가 표시됩니다.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243584"/>
            <a:ext cx="95105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사용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554480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결과 행을 클릭하면 상세 정보가 표시됩니다.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8196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페이지 하단에서 페이지 이동 / 페이지 크기를 변경할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차량 - 등록 팝업  [MDCR01]</a:t>
            </a:r>
          </a:p>
        </p:txBody>
      </p:sp>
      <p:pic>
        <p:nvPicPr>
          <p:cNvPr id="4" name="Picture 3" descr="03-register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46449" y="2847776"/>
            <a:ext cx="3657600" cy="1905297"/>
          </a:xfrm>
          <a:prstGeom prst="rect">
            <a:avLst/>
          </a:prstGeom>
          <a:noFill/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3250437" y="2751764"/>
            <a:ext cx="384048" cy="384048"/>
          </a:xfrm>
          <a:prstGeom prst="ellipse">
            <a:avLst/>
          </a:prstGeom>
          <a:solidFill>
            <a:srgbClr val="1A3A5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62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등록 팝업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0898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10" name="Picture 9" descr="tb_0_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717" y="923544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82173" y="905256"/>
            <a:ext cx="168865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 클릭 시 표시됩니다.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170432"/>
            <a:ext cx="208006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입력한 후 </a:t>
            </a:r>
          </a:p>
        </p:txBody>
      </p:sp>
      <p:pic>
        <p:nvPicPr>
          <p:cNvPr id="13" name="Picture 12" descr="pp_edit_cf_0_저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3797" y="1188720"/>
            <a:ext cx="61897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71063" y="1170432"/>
            <a:ext cx="10816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버튼을 클릭합니다.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1435608"/>
            <a:ext cx="10898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16" name="Picture 15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717" y="1453896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82173" y="1435608"/>
            <a:ext cx="41378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또는 </a:t>
            </a:r>
          </a:p>
        </p:txBody>
      </p:sp>
      <p:pic>
        <p:nvPicPr>
          <p:cNvPr id="18" name="Picture 17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5963" y="1453896"/>
            <a:ext cx="20116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15419" y="1435608"/>
            <a:ext cx="1863804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클릭 시 변경사항 없이 닫힙니다.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77393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차량 - 행 선택  [MDCR01]</a:t>
            </a:r>
          </a:p>
        </p:txBody>
      </p:sp>
      <p:pic>
        <p:nvPicPr>
          <p:cNvPr id="4" name="Picture 3" descr="04-row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70000" y="1950342"/>
            <a:ext cx="7810499" cy="4507607"/>
          </a:xfrm>
          <a:prstGeom prst="rect">
            <a:avLst/>
          </a:prstGeom>
          <a:noFill/>
          <a:ln w="25400">
            <a:solidFill>
              <a:srgbClr val="1E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1173988" y="1854330"/>
            <a:ext cx="384048" cy="384048"/>
          </a:xfrm>
          <a:prstGeom prst="ellipse">
            <a:avLst/>
          </a:prstGeom>
          <a:solidFill>
            <a:srgbClr val="1E64C8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62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64C8"/>
                </a:solidFill>
                <a:latin typeface="맑은 고딕"/>
              </a:rPr>
              <a:t>■ 1. 선택된 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그리드 행 클릭 시 해당 행이 강조 표시됩니다.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3728" y="1170432"/>
            <a:ext cx="831401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행 선택 후 </a:t>
            </a:r>
          </a:p>
        </p:txBody>
      </p:sp>
      <p:pic>
        <p:nvPicPr>
          <p:cNvPr id="11" name="Picture 10" descr="tb_1_수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129" y="1188720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04585" y="1170432"/>
            <a:ext cx="177463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/ [삭제] / [복사] 등의 기능을 실행할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D4B73"/>
          </a:solidFill>
          <a:ln w="12700">
            <a:solidFill>
              <a:srgbClr val="2D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" y="0"/>
            <a:ext cx="119146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차량 - 수정 팝업  [MDCR01]</a:t>
            </a:r>
          </a:p>
        </p:txBody>
      </p:sp>
      <p:pic>
        <p:nvPicPr>
          <p:cNvPr id="4" name="Picture 3" descr="05-edit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9144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46449" y="2847776"/>
            <a:ext cx="3657600" cy="1905297"/>
          </a:xfrm>
          <a:prstGeom prst="rect">
            <a:avLst/>
          </a:prstGeom>
          <a:noFill/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Oval 5"/>
          <p:cNvSpPr/>
          <p:nvPr/>
        </p:nvSpPr>
        <p:spPr>
          <a:xfrm>
            <a:off x="3250437" y="2751764"/>
            <a:ext cx="384048" cy="384048"/>
          </a:xfrm>
          <a:prstGeom prst="ellipse">
            <a:avLst/>
          </a:prstGeom>
          <a:solidFill>
            <a:srgbClr val="1A3A5C"/>
          </a:solidFill>
          <a:ln w="222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57200"/>
            <a:ext cx="30449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594360"/>
            <a:ext cx="113262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맑은 고딕"/>
              </a:rPr>
              <a:t>■ 1. 수정 팝업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905256"/>
            <a:ext cx="1932134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결과 그리드에서 행 선택 후 </a:t>
            </a:r>
          </a:p>
        </p:txBody>
      </p:sp>
      <p:pic>
        <p:nvPicPr>
          <p:cNvPr id="10" name="Picture 9" descr="tb_1_수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62" y="923544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05318" y="905256"/>
            <a:ext cx="673905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클릭 시 표시됩니다.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1170432"/>
            <a:ext cx="208006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필수 항목(*)을 모두 입력한 후 </a:t>
            </a:r>
          </a:p>
        </p:txBody>
      </p:sp>
      <p:pic>
        <p:nvPicPr>
          <p:cNvPr id="13" name="Picture 12" descr="pp_edit_cf_0_저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3797" y="1188720"/>
            <a:ext cx="61897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71063" y="1170432"/>
            <a:ext cx="10816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버튼을 클릭합니다.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1435608"/>
            <a:ext cx="10898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· </a:t>
            </a:r>
          </a:p>
        </p:txBody>
      </p:sp>
      <p:pic>
        <p:nvPicPr>
          <p:cNvPr id="16" name="Picture 15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717" y="1453896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82173" y="1435608"/>
            <a:ext cx="41378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또는 </a:t>
            </a:r>
          </a:p>
        </p:txBody>
      </p:sp>
      <p:pic>
        <p:nvPicPr>
          <p:cNvPr id="18" name="Picture 17" descr="pp_register_cl_0_닫기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5963" y="1453896"/>
            <a:ext cx="201168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15419" y="1435608"/>
            <a:ext cx="1863804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 클릭 시 변경사항 없이 닫힙니다.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773936"/>
            <a:ext cx="282549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2222"/>
                </a:solidFill>
                <a:latin typeface="맑은 고딕"/>
              </a:rPr>
              <a:t>⚠ 본 매뉴얼은 팝업 화면을 보여주기 위해 열기만 한 상태입니다.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6601968"/>
            <a:ext cx="6400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2026-05-06T03:01:08Z</dcterms:created>
  <dcterms:modified xsi:type="dcterms:W3CDTF">2026-05-06T03:01:08Z</dcterms:modified>
</cp:coreProperties>
</file>